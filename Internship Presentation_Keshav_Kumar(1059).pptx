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39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6283F"/>
          </a:solidFill>
          <a:ln/>
        </p:spPr>
      </p:sp>
      <p:pic>
        <p:nvPicPr>
          <p:cNvPr id="4" name="Image 0" descr="/home/claude/work/assets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-120317"/>
            <a:ext cx="2438400" cy="27512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kern="0" spc="200" dirty="0">
              <a:solidFill>
                <a:srgbClr val="1E8A6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Charity Outreach Campaign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Intern  |  Pawzzitive Welfare Foundation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2194560" cy="0"/>
          </a:xfrm>
          <a:prstGeom prst="line">
            <a:avLst/>
          </a:prstGeom>
          <a:noFill/>
          <a:ln w="25400">
            <a:solidFill>
              <a:srgbClr val="1E8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Keshav Kumar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49103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25SCS1003001059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BTech CSE, 2nd Semester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6052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 Pawzzitive Welfare Foundation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06th May 2026 – 07th June 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464040" y="822960"/>
            <a:ext cx="2148840" cy="2148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work/assets/iilm_shiel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1069848"/>
            <a:ext cx="1655064" cy="1655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52560" y="32461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2026-27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052560" y="5916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pic>
        <p:nvPicPr>
          <p:cNvPr id="3" name="Image 0" descr="/home/claude/work/assets/d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9560" y="0"/>
            <a:ext cx="428213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Pawzzitive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Foundation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animal welfare NGO dedicated to the rescue, treatment, food, shelter, and care of stray animals — connecting compassionate people with causes that need sustained action.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54864" cy="685800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350215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 KUMAR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CIN: U85300HR2022NPL103894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8, Companies Act 2013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C-428, Sushant Lok-1, Gurgaon, Haryana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EXPERIENCE &amp;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on Record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— Fundraising Intern (Remote / Online</a:t>
            </a: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394960" cy="3017520"/>
          </a:xfrm>
          <a:prstGeom prst="rect">
            <a:avLst/>
          </a:prstGeom>
          <a:solidFill>
            <a:srgbClr val="EEF2F6"/>
          </a:solidFill>
          <a:ln/>
          <a:effectLst>
            <a:outerShdw blurRad="101600" dist="38100" dir="5400000" algn="bl" rotWithShape="0">
              <a:srgbClr val="1F2A3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83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DOCUMENT</a:t>
            </a:r>
            <a:endParaRPr lang="en-US" sz="1050" dirty="0"/>
          </a:p>
        </p:txBody>
      </p:sp>
      <p:pic>
        <p:nvPicPr>
          <p:cNvPr id="8" name="Image 0" descr="/home/claude/work/assets/offer_p1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2157984"/>
            <a:ext cx="4846320" cy="21762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389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Internship Offer Letter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394960" cy="3017520"/>
          </a:xfrm>
          <a:prstGeom prst="rect">
            <a:avLst/>
          </a:prstGeom>
          <a:solidFill>
            <a:srgbClr val="EEF2F6"/>
          </a:solidFill>
          <a:ln/>
          <a:effectLst>
            <a:outerShdw blurRad="101600" dist="38100" dir="5400000" algn="bl" rotWithShape="0">
              <a:srgbClr val="1F2A38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883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DOCUMENT</a:t>
            </a:r>
            <a:endParaRPr lang="en-US" sz="1050" dirty="0"/>
          </a:p>
        </p:txBody>
      </p:sp>
      <p:pic>
        <p:nvPicPr>
          <p:cNvPr id="12" name="Image 1" descr="/home/claude/work/assets/report_p1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2157984"/>
            <a:ext cx="4846320" cy="2176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4389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Report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4956048"/>
            <a:ext cx="11109960" cy="1362456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084064"/>
            <a:ext cx="10561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</a:t>
            </a: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050" b="1" kern="0" spc="120" dirty="0">
              <a:solidFill>
                <a:srgbClr val="146B5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050" b="1" kern="0" spc="12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SIGNATURE VERIFICATION (WEEKLY REPORT)</a:t>
            </a:r>
            <a:endParaRPr lang="en-US" sz="1050" dirty="0"/>
          </a:p>
        </p:txBody>
      </p:sp>
      <p:pic>
        <p:nvPicPr>
          <p:cNvPr id="16" name="Image 2" descr="/home/claude/work/assets/report_signatur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7825" y="5070348"/>
            <a:ext cx="4285149" cy="11338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F0E8C7B-DE29-F974-1C34-0E8E268E3559}"/>
              </a:ext>
            </a:extLst>
          </p:cNvPr>
          <p:cNvSpPr/>
          <p:nvPr/>
        </p:nvSpPr>
        <p:spPr>
          <a:xfrm>
            <a:off x="328863" y="4727768"/>
            <a:ext cx="3625516" cy="1691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PURPOSE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480560" cy="141732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Intern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Welfare Fundraising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49240" y="17830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Pawzzitive's animal welfare campaigns through online fundraising, donor outreach, and campaign coordination.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49240" y="342900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3429000"/>
            <a:ext cx="548640" cy="54864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72600" y="342900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kern="0" spc="50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230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/ Online Internship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5715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053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Month (06th May – 07th June)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PROGRESS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Timeline (Weeks 1–4)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and donations tracked week over week, from onboarding to the Rs. 600 milestone.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83080" y="3977640"/>
            <a:ext cx="8997696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611880"/>
            <a:ext cx="731520" cy="731520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" y="4572000"/>
            <a:ext cx="269748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" y="4700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5010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103 Raised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53218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completed; prospect list of ~20 contacts built from personal network.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3611880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3572" y="1920240"/>
            <a:ext cx="269748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70732" y="20482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70732" y="23591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154 Raised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70732" y="267004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expanded to college peers and family — cumulative total reached Rs. 257.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15784" y="3611880"/>
            <a:ext cx="731520" cy="731520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32804" y="4572000"/>
            <a:ext cx="269748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69964" y="47000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69964" y="50109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190 Raised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9964" y="532180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seniors and classmates engaged — cumulative total reached Rs. 447.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415016" y="3611880"/>
            <a:ext cx="731520" cy="73152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23" name="Shape 21"/>
          <p:cNvSpPr/>
          <p:nvPr/>
        </p:nvSpPr>
        <p:spPr>
          <a:xfrm>
            <a:off x="9432036" y="1920240"/>
            <a:ext cx="269748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569196" y="204825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69196" y="23591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153 Raised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69196" y="2670048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achieved — cumulative Rs. 600 raised; full documentation submitted.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PROGRESSION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Charity Drive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69848" y="3703320"/>
            <a:ext cx="8631936" cy="0"/>
          </a:xfrm>
          <a:prstGeom prst="line">
            <a:avLst/>
          </a:prstGeom>
          <a:noFill/>
          <a:ln w="2540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319272"/>
            <a:ext cx="768096" cy="7680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428853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4709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goals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43784" y="3319272"/>
            <a:ext cx="768096" cy="768096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1" name="Text 9"/>
          <p:cNvSpPr/>
          <p:nvPr/>
        </p:nvSpPr>
        <p:spPr>
          <a:xfrm>
            <a:off x="2843784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40864" y="428853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40864" y="4709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Channels, messaging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audiences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01768" y="3319272"/>
            <a:ext cx="768096" cy="7680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15" name="Text 13"/>
          <p:cNvSpPr/>
          <p:nvPr/>
        </p:nvSpPr>
        <p:spPr>
          <a:xfrm>
            <a:off x="5001768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98848" y="428853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8848" y="4709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platforms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59752" y="3319272"/>
            <a:ext cx="768096" cy="768096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7159752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428853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56832" y="4709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Queries, participation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follow-up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17736" y="3319272"/>
            <a:ext cx="768096" cy="768096"/>
          </a:xfrm>
          <a:prstGeom prst="ellipse">
            <a:avLst/>
          </a:prstGeom>
          <a:solidFill>
            <a:srgbClr val="1E8A6E"/>
          </a:solidFill>
          <a:ln/>
        </p:spPr>
      </p:sp>
      <p:sp>
        <p:nvSpPr>
          <p:cNvPr id="23" name="Text 21"/>
          <p:cNvSpPr/>
          <p:nvPr/>
        </p:nvSpPr>
        <p:spPr>
          <a:xfrm>
            <a:off x="9317736" y="3319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14816" y="4288536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14816" y="4709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results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Performed &amp; Supported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the documented scope of the Virtual Charity Drive internship.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9601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Promoting the drive through digital communication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94960" cy="9601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4884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fundraising information with prospective supporters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394960" cy="9601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donor and participant engagement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5394960" cy="9601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38328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69480" y="338328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follow-ups and maintaining communication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5394960" cy="9601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1772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46177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the Foundation's mission professionally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Professional Development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25780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gained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fundraising and nonprofit outreach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exposure to social-impact 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donor engagement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5257800" cy="2423160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1488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skills developed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6517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and persuasion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and follow-up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10835640" cy="86868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09160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fundraising combines a clear cause, consistent communication, and trust.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E8A6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8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Validated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7818120" cy="4480560"/>
          </a:xfrm>
          <a:prstGeom prst="rect">
            <a:avLst/>
          </a:prstGeom>
          <a:solidFill>
            <a:srgbClr val="EEF2F6"/>
          </a:solidFill>
          <a:ln/>
          <a:effectLst>
            <a:outerShdw blurRad="101600" dist="38100" dir="5400000" algn="bl" rotWithShape="0">
              <a:srgbClr val="1F2A38">
                <a:alpha val="15000"/>
              </a:srgbClr>
            </a:outerShdw>
          </a:effectLst>
        </p:spPr>
      </p:sp>
      <p:pic>
        <p:nvPicPr>
          <p:cNvPr id="7" name="Image 0" descr="/home/claude/work/assets/certific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965960"/>
            <a:ext cx="726948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21240" y="2377440"/>
            <a:ext cx="0" cy="2103120"/>
          </a:xfrm>
          <a:prstGeom prst="line">
            <a:avLst/>
          </a:prstGeom>
          <a:noFill/>
          <a:ln w="38100">
            <a:solidFill>
              <a:srgbClr val="1E8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49840" y="26517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57200" y="6455664"/>
            <a:ext cx="11277295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7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PAWZZITIVE WELFARE FOUNDATION   •   INTERNSHIP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485</Words>
  <Application>Microsoft Office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Keshav Kumar</cp:lastModifiedBy>
  <cp:revision>2</cp:revision>
  <dcterms:created xsi:type="dcterms:W3CDTF">2026-08-26T11:40:16Z</dcterms:created>
  <dcterms:modified xsi:type="dcterms:W3CDTF">2026-08-26T16:39:14Z</dcterms:modified>
</cp:coreProperties>
</file>